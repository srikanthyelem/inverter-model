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notes:</a:t>
            </a:r>
          </a:p>
          <a:p>
            <a:r>
              <a:t>Internship Project</a:t>
            </a:r>
          </a:p>
          <a:p>
            <a:r>
              <a:t>IEEE 2030.7/2030.8 Compliance Gap Analysis</a:t>
            </a:r>
          </a:p>
          <a:p>
            <a:r>
              <a:t>Explain any suggested image and its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notes:</a:t>
            </a:r>
          </a:p>
          <a:p>
            <a:r>
              <a:t>• Evaluate compliance with IEEE 2030.7/2030.8</a:t>
            </a:r>
          </a:p>
          <a:p>
            <a:r>
              <a:t>• Compare East Coast utility requirements</a:t>
            </a:r>
          </a:p>
          <a:p>
            <a:r>
              <a:t>• Identify technical gaps and recommendations</a:t>
            </a:r>
          </a:p>
          <a:p>
            <a:r>
              <a:t>Explain any suggested image and its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notes:</a:t>
            </a:r>
          </a:p>
          <a:p>
            <a:r>
              <a:t>• IEEE 2030.7: Microgrid controller functions</a:t>
            </a:r>
          </a:p>
          <a:p>
            <a:r>
              <a:t>• IEEE 2030.8: Controller testing</a:t>
            </a:r>
          </a:p>
          <a:p>
            <a:r>
              <a:t>• IEEE 1547-2018 integration</a:t>
            </a:r>
          </a:p>
          <a:p>
            <a:r>
              <a:t>Explain any suggested image and its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notes:</a:t>
            </a:r>
          </a:p>
          <a:p>
            <a:r>
              <a:t>• PJM</a:t>
            </a:r>
          </a:p>
          <a:p>
            <a:r>
              <a:t>• NYISO</a:t>
            </a:r>
          </a:p>
          <a:p>
            <a:r>
              <a:t>• ISO-NE</a:t>
            </a:r>
          </a:p>
          <a:p>
            <a:r>
              <a:t>• MISO-East</a:t>
            </a:r>
          </a:p>
          <a:p>
            <a:r>
              <a:t>• Utility-specific requirements</a:t>
            </a:r>
          </a:p>
          <a:p>
            <a:r>
              <a:t>Explain any suggested image and its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notes:</a:t>
            </a:r>
          </a:p>
          <a:p>
            <a:r>
              <a:t>• Controller functionality</a:t>
            </a:r>
          </a:p>
          <a:p>
            <a:r>
              <a:t>• CHIL validation</a:t>
            </a:r>
          </a:p>
          <a:p>
            <a:r>
              <a:t>• SCADA/DNP3 integration</a:t>
            </a:r>
          </a:p>
          <a:p>
            <a:r>
              <a:t>• Ride-through &amp; islanding</a:t>
            </a:r>
          </a:p>
          <a:p>
            <a:r>
              <a:t>Explain any suggested image and its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notes:</a:t>
            </a:r>
          </a:p>
          <a:p>
            <a:r>
              <a:t>Suggested image: CHIL architecture showing Controller ↔ RTDS/OPAL-RT ↔ Microgrid Model.</a:t>
            </a:r>
          </a:p>
          <a:p>
            <a:r>
              <a:t>Explain testing workflow and validation.</a:t>
            </a:r>
          </a:p>
          <a:p>
            <a:r>
              <a:t>Explain any suggested image and its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notes:</a:t>
            </a:r>
          </a:p>
          <a:p>
            <a:r>
              <a:t>• Utility profile architecture</a:t>
            </a:r>
          </a:p>
          <a:p>
            <a:r>
              <a:t>• In-house CHIL</a:t>
            </a:r>
          </a:p>
          <a:p>
            <a:r>
              <a:t>• Standardized UIM</a:t>
            </a:r>
          </a:p>
          <a:p>
            <a:r>
              <a:t>• Documentation library</a:t>
            </a:r>
          </a:p>
          <a:p>
            <a:r>
              <a:t>Explain any suggested image and its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notes:</a:t>
            </a:r>
          </a:p>
          <a:p>
            <a:r>
              <a:t>• Reviewed standards</a:t>
            </a:r>
          </a:p>
          <a:p>
            <a:r>
              <a:t>• Compared utilities</a:t>
            </a:r>
          </a:p>
          <a:p>
            <a:r>
              <a:t>• Identified compliance gaps</a:t>
            </a:r>
          </a:p>
          <a:p>
            <a:r>
              <a:t>• Proposed implementation roadmap</a:t>
            </a:r>
          </a:p>
          <a:p>
            <a:r>
              <a:t>Explain any suggested image and its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notes:</a:t>
            </a:r>
          </a:p>
          <a:p>
            <a:r>
              <a:t>IEEE 2030 compliance improves interoperability, testing confidence, and utility acceptance.</a:t>
            </a:r>
          </a:p>
          <a:p>
            <a:r>
              <a:t>Explain any suggested image and its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Project</a:t>
            </a:r>
          </a:p>
          <a:p>
            <a:r>
              <a:t>IEEE 2030.7/2030.8 Compliance Gap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Evaluate compliance with IEEE 2030.7/2030.8</a:t>
            </a:r>
            <a:br/>
            <a:r>
              <a:t>• Compare East Coast utility requirements</a:t>
            </a:r>
            <a:br/>
            <a:r>
              <a:t>• Identify technical gaps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IEEE 2030.7: Microgrid controller functions</a:t>
            </a:r>
            <a:br/>
            <a:r>
              <a:t>• IEEE 2030.8: Controller testing</a:t>
            </a:r>
            <a:br/>
            <a:r>
              <a:t>• IEEE 1547-2018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PJM</a:t>
            </a:r>
            <a:br/>
            <a:r>
              <a:t>• NYISO</a:t>
            </a:r>
            <a:br/>
            <a:r>
              <a:t>• ISO-NE</a:t>
            </a:r>
            <a:br/>
            <a:r>
              <a:t>• MISO-East</a:t>
            </a:r>
            <a:br/>
            <a:r>
              <a:t>• Utility-specific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Controller functionality</a:t>
            </a:r>
            <a:br/>
            <a:r>
              <a:t>• CHIL validation</a:t>
            </a:r>
            <a:br/>
            <a:r>
              <a:t>• SCADA/DNP3 integration</a:t>
            </a:r>
            <a:br/>
            <a:r>
              <a:t>• Ride-through &amp; islanding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Suggested image: CHIL architecture showing Controller ↔ RTDS/OPAL-RT ↔ Microgrid Model.</a:t>
            </a:r>
            <a:br/>
            <a:r>
              <a:t>Explain testing workflow and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Utility profile architecture</a:t>
            </a:r>
            <a:br/>
            <a:r>
              <a:t>• In-house CHIL</a:t>
            </a:r>
            <a:br/>
            <a:r>
              <a:t>• Standardized UIM</a:t>
            </a:r>
            <a:br/>
            <a:r>
              <a:t>• Documentation library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Reviewed standards</a:t>
            </a:r>
            <a:br/>
            <a:r>
              <a:t>• Compared utilities</a:t>
            </a:r>
            <a:br/>
            <a:r>
              <a:t>• Identified compliance gaps</a:t>
            </a:r>
            <a:br/>
            <a:r>
              <a:t>• Proposed implementation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IEEE 2030 compliance improves interoperability, testing confidence, and utility acceptance.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